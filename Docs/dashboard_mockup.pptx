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C4B6"/>
            </a:solidFill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10096190.73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11746226.8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12000000</c:v>
                </c:pt>
                <c:pt idx="11">
                  <c:v>10500000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8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B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8D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451"/>
        </a:solidFill>
        <a:ln>
          <a:noFill/>
        </a:ln>
        <a:effectLst/>
      </c:spPr>
    </c:plotArea>
    <c:plotVisOnly val="1"/>
    <c:dispBlanksAs val="span"/>
  </c:chart>
  <c:spPr>
    <a:solidFill>
      <a:srgbClr val="23245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8B8D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451"/>
        </a:solidFill>
        <a:ln>
          <a:noFill/>
        </a:ln>
        <a:effectLst/>
      </c:spPr>
    </c:plotArea>
    <c:plotVisOnly val="1"/>
    <c:dispBlanksAs val="span"/>
  </c:chart>
  <c:spPr>
    <a:solidFill>
      <a:srgbClr val="23245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bubble3D val="0"/>
            <c:spPr>
              <a:solidFill>
                <a:srgbClr val="FFB84C"/>
              </a:solidFill>
              <a:effectLst/>
            </c:spPr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bubble3D val="0"/>
            <c:spPr>
              <a:solidFill>
                <a:srgbClr val="4A4B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4F4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4F4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4F4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4F4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4F4F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19285966.89</c:v>
                </c:pt>
                <c:pt idx="1">
                  <c:v>18884349.57</c:v>
                </c:pt>
                <c:pt idx="2">
                  <c:v>18773574.32</c:v>
                </c:pt>
                <c:pt idx="3">
                  <c:v>18757050.17</c:v>
                </c:pt>
                <c:pt idx="4">
                  <c:v>63698498.05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B8B8D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3245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ApexPlanet Data Analytics — Sales_Dataset (Jan 2025 – Jan 2026)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231136" cy="914400"/>
          </a:xfrm>
          <a:prstGeom prst="roundRect">
            <a:avLst>
              <a:gd name="adj" fmla="val 8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₹13.94 Cr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34056" y="1143000"/>
            <a:ext cx="2231136" cy="914400"/>
          </a:xfrm>
          <a:prstGeom prst="roundRect">
            <a:avLst>
              <a:gd name="adj" fmla="val 8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43784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02352" y="1143000"/>
            <a:ext cx="2231136" cy="914400"/>
          </a:xfrm>
          <a:prstGeom prst="roundRect">
            <a:avLst>
              <a:gd name="adj" fmla="val 8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₹1.39 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70648" y="1143000"/>
            <a:ext cx="2231136" cy="914400"/>
          </a:xfrm>
          <a:prstGeom prst="roundRect">
            <a:avLst>
              <a:gd name="adj" fmla="val 8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0376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80376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38944" y="1143000"/>
            <a:ext cx="2231136" cy="914400"/>
          </a:xfrm>
          <a:prstGeom prst="roundRect">
            <a:avLst>
              <a:gd name="adj" fmla="val 8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8672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Patna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948672" y="1673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3957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Trend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02920" y="2697480"/>
          <a:ext cx="52578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035040" y="2286000"/>
            <a:ext cx="2880360" cy="2331720"/>
          </a:xfrm>
          <a:prstGeom prst="roundRect">
            <a:avLst>
              <a:gd name="adj" fmla="val 3137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13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172200" y="2697480"/>
          <a:ext cx="26060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9052560" y="2286000"/>
            <a:ext cx="2743200" cy="2331720"/>
          </a:xfrm>
          <a:prstGeom prst="roundRect">
            <a:avLst>
              <a:gd name="adj" fmla="val 3137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235440" y="2395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City</a:t>
            </a:r>
            <a:endParaRPr lang="en-US" sz="130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9144000" y="2651760"/>
          <a:ext cx="25603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365760" y="475488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4864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 by Revenue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93792"/>
          <a:ext cx="5166360" cy="1280160"/>
        </p:xfrm>
        <a:graphic>
          <a:graphicData uri="http://schemas.openxmlformats.org/drawingml/2006/table">
            <a:tbl>
              <a:tblPr/>
              <a:tblGrid>
                <a:gridCol w="3108960"/>
                <a:gridCol w="205740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₹2.54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₹2.53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₹2.50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₹2.22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₹2.15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451"/>
                    </a:solidFill>
                  </a:tcPr>
                </a:tc>
              </a:tr>
            </a:tbl>
          </a:graphicData>
        </a:graphic>
      </p:graphicFrame>
      <p:sp>
        <p:nvSpPr>
          <p:cNvPr id="31" name="Shape 25"/>
          <p:cNvSpPr/>
          <p:nvPr/>
        </p:nvSpPr>
        <p:spPr>
          <a:xfrm>
            <a:off x="6035040" y="475488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232451"/>
          </a:solidFill>
          <a:ln w="12700">
            <a:solidFill>
              <a:srgbClr val="23245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17920" y="4864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217920" y="5193792"/>
            <a:ext cx="5394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leads with 36% of total revenue, nearly 2x the next category.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correlate strongly with Unit Price (r=0.69) and Quantity (r=0.65).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is the strongest quarter (₹3.74 Cr); Q3 dips due to a Sep low.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4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52 of 947 customers are repeat buyers — retention is an opportunity.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2026-07-18T05:38:53Z</dcterms:created>
  <dcterms:modified xsi:type="dcterms:W3CDTF">2026-07-18T05:38:53Z</dcterms:modified>
</cp:coreProperties>
</file>